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2918400" cx="219456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7" roundtripDataSignature="AMtx7mgKq8/MFnyFBCR/Ut6ZQyaHcQRK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368" orient="horz"/>
        <p:guide pos="691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645920" y="10226044"/>
            <a:ext cx="18653760" cy="7056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291840" y="18653760"/>
            <a:ext cx="15361920" cy="8412480"/>
          </a:xfrm>
          <a:prstGeom prst="rect">
            <a:avLst/>
          </a:prstGeom>
          <a:noFill/>
          <a:ln>
            <a:noFill/>
          </a:ln>
        </p:spPr>
        <p:txBody>
          <a:bodyPr anchorCtr="0" anchor="t" bIns="156725" lIns="313475" spcFirstLastPara="1" rIns="313475" wrap="square" tIns="156725">
            <a:noAutofit/>
          </a:bodyPr>
          <a:lstStyle>
            <a:lvl1pPr lvl="0" algn="ctr">
              <a:spcBef>
                <a:spcPts val="2200"/>
              </a:spcBef>
              <a:spcAft>
                <a:spcPts val="0"/>
              </a:spcAft>
              <a:buClr>
                <a:srgbClr val="888888"/>
              </a:buClr>
              <a:buSzPts val="11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940"/>
              </a:spcBef>
              <a:spcAft>
                <a:spcPts val="0"/>
              </a:spcAft>
              <a:buClr>
                <a:srgbClr val="888888"/>
              </a:buClr>
              <a:buSzPts val="9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640"/>
              </a:spcBef>
              <a:spcAft>
                <a:spcPts val="0"/>
              </a:spcAft>
              <a:buClr>
                <a:srgbClr val="888888"/>
              </a:buClr>
              <a:buSzPts val="8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10979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7498773" y="30509936"/>
            <a:ext cx="69480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57283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097973" y="1316492"/>
            <a:ext cx="19749655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97973" y="7680553"/>
            <a:ext cx="19749655" cy="21725164"/>
          </a:xfrm>
          <a:prstGeom prst="rect">
            <a:avLst/>
          </a:prstGeom>
          <a:noFill/>
          <a:ln>
            <a:noFill/>
          </a:ln>
        </p:spPr>
        <p:txBody>
          <a:bodyPr anchorCtr="0" anchor="t" bIns="156725" lIns="313475" spcFirstLastPara="1" rIns="313475" wrap="square" tIns="1567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10979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7498773" y="30509936"/>
            <a:ext cx="69480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57283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1733552" y="21153123"/>
            <a:ext cx="18653760" cy="6537960"/>
          </a:xfrm>
          <a:prstGeom prst="rect">
            <a:avLst/>
          </a:prstGeom>
          <a:noFill/>
          <a:ln>
            <a:noFill/>
          </a:ln>
        </p:spPr>
        <p:txBody>
          <a:bodyPr anchorCtr="0" anchor="t" bIns="156725" lIns="313475" spcFirstLastPara="1" rIns="313475" wrap="square" tIns="156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37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1733552" y="13952226"/>
            <a:ext cx="18653760" cy="7200899"/>
          </a:xfrm>
          <a:prstGeom prst="rect">
            <a:avLst/>
          </a:prstGeom>
          <a:noFill/>
          <a:ln>
            <a:noFill/>
          </a:ln>
        </p:spPr>
        <p:txBody>
          <a:bodyPr anchorCtr="0" anchor="b" bIns="156725" lIns="313475" spcFirstLastPara="1" rIns="313475" wrap="square" tIns="156725">
            <a:noAutofit/>
          </a:bodyPr>
          <a:lstStyle>
            <a:lvl1pPr indent="-228600" lvl="0" marL="457200" algn="l"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 sz="68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100"/>
              <a:buNone/>
              <a:defRPr sz="61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5500"/>
              <a:buNone/>
              <a:defRPr sz="55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6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 sz="48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6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 sz="48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6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 sz="48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6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 sz="48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6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 sz="48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6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 sz="4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10979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7498773" y="30509936"/>
            <a:ext cx="69480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57283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1097973" y="1316492"/>
            <a:ext cx="19749655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1756413" y="20482563"/>
            <a:ext cx="15617188" cy="57934863"/>
          </a:xfrm>
          <a:prstGeom prst="rect">
            <a:avLst/>
          </a:prstGeom>
          <a:noFill/>
          <a:ln>
            <a:noFill/>
          </a:ln>
        </p:spPr>
        <p:txBody>
          <a:bodyPr anchorCtr="0" anchor="t" bIns="156725" lIns="313475" spcFirstLastPara="1" rIns="313475" wrap="square" tIns="156725">
            <a:noAutofit/>
          </a:bodyPr>
          <a:lstStyle>
            <a:lvl1pPr indent="-844550" lvl="0" marL="4572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1pPr>
            <a:lvl2pPr indent="-749300" lvl="1" marL="91440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8200"/>
              <a:buChar char="–"/>
              <a:defRPr sz="8200"/>
            </a:lvl2pPr>
            <a:lvl3pPr indent="-660400" lvl="2" marL="137160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3pPr>
            <a:lvl4pPr indent="-615950" lvl="3" marL="1828800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–"/>
              <a:defRPr sz="6100"/>
            </a:lvl4pPr>
            <a:lvl5pPr indent="-615950" lvl="4" marL="2286000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»"/>
              <a:defRPr sz="6100"/>
            </a:lvl5pPr>
            <a:lvl6pPr indent="-615950" lvl="5" marL="2743200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6pPr>
            <a:lvl7pPr indent="-615950" lvl="6" marL="3200400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7pPr>
            <a:lvl8pPr indent="-615950" lvl="7" marL="3657600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8pPr>
            <a:lvl9pPr indent="-615950" lvl="8" marL="4114800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17739363" y="20482563"/>
            <a:ext cx="15617192" cy="57934863"/>
          </a:xfrm>
          <a:prstGeom prst="rect">
            <a:avLst/>
          </a:prstGeom>
          <a:noFill/>
          <a:ln>
            <a:noFill/>
          </a:ln>
        </p:spPr>
        <p:txBody>
          <a:bodyPr anchorCtr="0" anchor="t" bIns="156725" lIns="313475" spcFirstLastPara="1" rIns="313475" wrap="square" tIns="156725">
            <a:noAutofit/>
          </a:bodyPr>
          <a:lstStyle>
            <a:lvl1pPr indent="-844550" lvl="0" marL="4572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1pPr>
            <a:lvl2pPr indent="-749300" lvl="1" marL="91440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8200"/>
              <a:buChar char="–"/>
              <a:defRPr sz="8200"/>
            </a:lvl2pPr>
            <a:lvl3pPr indent="-660400" lvl="2" marL="137160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3pPr>
            <a:lvl4pPr indent="-615950" lvl="3" marL="1828800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–"/>
              <a:defRPr sz="6100"/>
            </a:lvl4pPr>
            <a:lvl5pPr indent="-615950" lvl="4" marL="2286000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»"/>
              <a:defRPr sz="6100"/>
            </a:lvl5pPr>
            <a:lvl6pPr indent="-615950" lvl="5" marL="2743200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6pPr>
            <a:lvl7pPr indent="-615950" lvl="6" marL="3200400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7pPr>
            <a:lvl8pPr indent="-615950" lvl="7" marL="3657600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8pPr>
            <a:lvl9pPr indent="-615950" lvl="8" marL="4114800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10979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7498773" y="30509936"/>
            <a:ext cx="69480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157283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1097280" y="1318262"/>
            <a:ext cx="197510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1097281" y="7368544"/>
            <a:ext cx="9696452" cy="3070858"/>
          </a:xfrm>
          <a:prstGeom prst="rect">
            <a:avLst/>
          </a:prstGeom>
          <a:noFill/>
          <a:ln>
            <a:noFill/>
          </a:ln>
        </p:spPr>
        <p:txBody>
          <a:bodyPr anchorCtr="0" anchor="b" bIns="156725" lIns="313475" spcFirstLastPara="1" rIns="313475" wrap="square" tIns="156725">
            <a:noAutofit/>
          </a:bodyPr>
          <a:lstStyle>
            <a:lvl1pPr indent="-228600" lvl="0" marL="45720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8200"/>
              <a:buNone/>
              <a:defRPr b="1" sz="8200"/>
            </a:lvl1pPr>
            <a:lvl2pPr indent="-228600" lvl="1" marL="91440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None/>
              <a:defRPr b="1" sz="6800"/>
            </a:lvl2pPr>
            <a:lvl3pPr indent="-228600" lvl="2" marL="1371600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None/>
              <a:defRPr b="1" sz="6100"/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5pPr>
            <a:lvl6pPr indent="-228600" lvl="5" marL="27432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6pPr>
            <a:lvl7pPr indent="-228600" lvl="6" marL="32004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7pPr>
            <a:lvl8pPr indent="-228600" lvl="7" marL="36576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8pPr>
            <a:lvl9pPr indent="-228600" lvl="8" marL="41148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1097281" y="10439402"/>
            <a:ext cx="9696452" cy="18966182"/>
          </a:xfrm>
          <a:prstGeom prst="rect">
            <a:avLst/>
          </a:prstGeom>
          <a:noFill/>
          <a:ln>
            <a:noFill/>
          </a:ln>
        </p:spPr>
        <p:txBody>
          <a:bodyPr anchorCtr="0" anchor="t" bIns="156725" lIns="313475" spcFirstLastPara="1" rIns="313475" wrap="square" tIns="156725">
            <a:noAutofit/>
          </a:bodyPr>
          <a:lstStyle>
            <a:lvl1pPr indent="-749300" lvl="0" marL="45720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8200"/>
              <a:buChar char="•"/>
              <a:defRPr sz="8200"/>
            </a:lvl1pPr>
            <a:lvl2pPr indent="-660400" lvl="1" marL="91440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–"/>
              <a:defRPr sz="6800"/>
            </a:lvl2pPr>
            <a:lvl3pPr indent="-615950" lvl="2" marL="1371600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3pPr>
            <a:lvl4pPr indent="-577850" lvl="3" marL="18288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Char char="–"/>
              <a:defRPr sz="5500"/>
            </a:lvl4pPr>
            <a:lvl5pPr indent="-577850" lvl="4" marL="22860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Char char="»"/>
              <a:defRPr sz="5500"/>
            </a:lvl5pPr>
            <a:lvl6pPr indent="-577850" lvl="5" marL="27432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Char char="•"/>
              <a:defRPr sz="5500"/>
            </a:lvl6pPr>
            <a:lvl7pPr indent="-577850" lvl="6" marL="32004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Char char="•"/>
              <a:defRPr sz="5500"/>
            </a:lvl7pPr>
            <a:lvl8pPr indent="-577850" lvl="7" marL="36576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Char char="•"/>
              <a:defRPr sz="5500"/>
            </a:lvl8pPr>
            <a:lvl9pPr indent="-577850" lvl="8" marL="41148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Char char="•"/>
              <a:defRPr sz="5500"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11148062" y="7368544"/>
            <a:ext cx="9700260" cy="3070858"/>
          </a:xfrm>
          <a:prstGeom prst="rect">
            <a:avLst/>
          </a:prstGeom>
          <a:noFill/>
          <a:ln>
            <a:noFill/>
          </a:ln>
        </p:spPr>
        <p:txBody>
          <a:bodyPr anchorCtr="0" anchor="b" bIns="156725" lIns="313475" spcFirstLastPara="1" rIns="313475" wrap="square" tIns="156725">
            <a:noAutofit/>
          </a:bodyPr>
          <a:lstStyle>
            <a:lvl1pPr indent="-228600" lvl="0" marL="45720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8200"/>
              <a:buNone/>
              <a:defRPr b="1" sz="8200"/>
            </a:lvl1pPr>
            <a:lvl2pPr indent="-228600" lvl="1" marL="91440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None/>
              <a:defRPr b="1" sz="6800"/>
            </a:lvl2pPr>
            <a:lvl3pPr indent="-228600" lvl="2" marL="1371600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None/>
              <a:defRPr b="1" sz="6100"/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5pPr>
            <a:lvl6pPr indent="-228600" lvl="5" marL="27432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6pPr>
            <a:lvl7pPr indent="-228600" lvl="6" marL="32004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7pPr>
            <a:lvl8pPr indent="-228600" lvl="7" marL="36576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8pPr>
            <a:lvl9pPr indent="-228600" lvl="8" marL="41148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11148062" y="10439402"/>
            <a:ext cx="9700260" cy="18966182"/>
          </a:xfrm>
          <a:prstGeom prst="rect">
            <a:avLst/>
          </a:prstGeom>
          <a:noFill/>
          <a:ln>
            <a:noFill/>
          </a:ln>
        </p:spPr>
        <p:txBody>
          <a:bodyPr anchorCtr="0" anchor="t" bIns="156725" lIns="313475" spcFirstLastPara="1" rIns="313475" wrap="square" tIns="156725">
            <a:noAutofit/>
          </a:bodyPr>
          <a:lstStyle>
            <a:lvl1pPr indent="-749300" lvl="0" marL="45720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8200"/>
              <a:buChar char="•"/>
              <a:defRPr sz="8200"/>
            </a:lvl1pPr>
            <a:lvl2pPr indent="-660400" lvl="1" marL="91440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–"/>
              <a:defRPr sz="6800"/>
            </a:lvl2pPr>
            <a:lvl3pPr indent="-615950" lvl="2" marL="1371600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3pPr>
            <a:lvl4pPr indent="-577850" lvl="3" marL="18288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Char char="–"/>
              <a:defRPr sz="5500"/>
            </a:lvl4pPr>
            <a:lvl5pPr indent="-577850" lvl="4" marL="22860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Char char="»"/>
              <a:defRPr sz="5500"/>
            </a:lvl5pPr>
            <a:lvl6pPr indent="-577850" lvl="5" marL="27432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Char char="•"/>
              <a:defRPr sz="5500"/>
            </a:lvl6pPr>
            <a:lvl7pPr indent="-577850" lvl="6" marL="32004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Char char="•"/>
              <a:defRPr sz="5500"/>
            </a:lvl7pPr>
            <a:lvl8pPr indent="-577850" lvl="7" marL="36576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Char char="•"/>
              <a:defRPr sz="5500"/>
            </a:lvl8pPr>
            <a:lvl9pPr indent="-577850" lvl="8" marL="41148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500"/>
              <a:buChar char="•"/>
              <a:defRPr sz="55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10979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7498773" y="30509936"/>
            <a:ext cx="69480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157283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1097973" y="1316492"/>
            <a:ext cx="19749655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10979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7498773" y="30509936"/>
            <a:ext cx="69480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157283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10979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7498773" y="30509936"/>
            <a:ext cx="69480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57283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1097283" y="1310639"/>
            <a:ext cx="7219952" cy="5577840"/>
          </a:xfrm>
          <a:prstGeom prst="rect">
            <a:avLst/>
          </a:prstGeom>
          <a:noFill/>
          <a:ln>
            <a:noFill/>
          </a:ln>
        </p:spPr>
        <p:txBody>
          <a:bodyPr anchorCtr="0" anchor="b" bIns="156725" lIns="313475" spcFirstLastPara="1" rIns="313475" wrap="square" tIns="156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8580120" y="1310645"/>
            <a:ext cx="12268200" cy="28094941"/>
          </a:xfrm>
          <a:prstGeom prst="rect">
            <a:avLst/>
          </a:prstGeom>
          <a:noFill/>
          <a:ln>
            <a:noFill/>
          </a:ln>
        </p:spPr>
        <p:txBody>
          <a:bodyPr anchorCtr="0" anchor="t" bIns="156725" lIns="313475" spcFirstLastPara="1" rIns="313475" wrap="square" tIns="156725">
            <a:noAutofit/>
          </a:bodyPr>
          <a:lstStyle>
            <a:lvl1pPr indent="-927100" lvl="0" marL="45720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0"/>
              <a:buChar char="•"/>
              <a:defRPr sz="11000"/>
            </a:lvl1pPr>
            <a:lvl2pPr indent="-844550" lvl="1" marL="9144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–"/>
              <a:defRPr sz="9700"/>
            </a:lvl2pPr>
            <a:lvl3pPr indent="-749300" lvl="2" marL="137160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8200"/>
              <a:buChar char="•"/>
              <a:defRPr sz="8200"/>
            </a:lvl3pPr>
            <a:lvl4pPr indent="-660400" lvl="3" marL="182880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–"/>
              <a:defRPr sz="6800"/>
            </a:lvl4pPr>
            <a:lvl5pPr indent="-660400" lvl="4" marL="228600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»"/>
              <a:defRPr sz="6800"/>
            </a:lvl5pPr>
            <a:lvl6pPr indent="-660400" lvl="5" marL="274320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6pPr>
            <a:lvl7pPr indent="-660400" lvl="6" marL="320040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7pPr>
            <a:lvl8pPr indent="-660400" lvl="7" marL="365760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8pPr>
            <a:lvl9pPr indent="-660400" lvl="8" marL="411480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1097283" y="6888485"/>
            <a:ext cx="7219952" cy="22517101"/>
          </a:xfrm>
          <a:prstGeom prst="rect">
            <a:avLst/>
          </a:prstGeom>
          <a:noFill/>
          <a:ln>
            <a:noFill/>
          </a:ln>
        </p:spPr>
        <p:txBody>
          <a:bodyPr anchorCtr="0" anchor="t" bIns="156725" lIns="313475" spcFirstLastPara="1" rIns="313475" wrap="square" tIns="156725">
            <a:noAutofit/>
          </a:bodyPr>
          <a:lstStyle>
            <a:lvl1pPr indent="-228600" lvl="0" marL="45720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indent="-228600" lvl="1" marL="914400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indent="-228600" lvl="2" marL="1371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3pPr>
            <a:lvl4pPr indent="-228600" lvl="3" marL="18288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4pPr>
            <a:lvl5pPr indent="-228600" lvl="4" marL="22860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5pPr>
            <a:lvl6pPr indent="-228600" lvl="5" marL="27432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6pPr>
            <a:lvl7pPr indent="-228600" lvl="6" marL="32004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7pPr>
            <a:lvl8pPr indent="-228600" lvl="7" marL="36576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8pPr>
            <a:lvl9pPr indent="-228600" lvl="8" marL="41148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10979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7498773" y="30509936"/>
            <a:ext cx="69480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57283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301492" y="23042882"/>
            <a:ext cx="13167360" cy="2720341"/>
          </a:xfrm>
          <a:prstGeom prst="rect">
            <a:avLst/>
          </a:prstGeom>
          <a:noFill/>
          <a:ln>
            <a:noFill/>
          </a:ln>
        </p:spPr>
        <p:txBody>
          <a:bodyPr anchorCtr="0" anchor="b" bIns="156725" lIns="313475" spcFirstLastPara="1" rIns="313475" wrap="square" tIns="156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4301492" y="2941321"/>
            <a:ext cx="13167360" cy="1975104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301492" y="25763223"/>
            <a:ext cx="13167360" cy="3863339"/>
          </a:xfrm>
          <a:prstGeom prst="rect">
            <a:avLst/>
          </a:prstGeom>
          <a:noFill/>
          <a:ln>
            <a:noFill/>
          </a:ln>
        </p:spPr>
        <p:txBody>
          <a:bodyPr anchorCtr="0" anchor="t" bIns="156725" lIns="313475" spcFirstLastPara="1" rIns="313475" wrap="square" tIns="156725">
            <a:noAutofit/>
          </a:bodyPr>
          <a:lstStyle>
            <a:lvl1pPr indent="-228600" lvl="0" marL="45720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indent="-228600" lvl="1" marL="914400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indent="-228600" lvl="2" marL="1371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3pPr>
            <a:lvl4pPr indent="-228600" lvl="3" marL="18288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4pPr>
            <a:lvl5pPr indent="-228600" lvl="4" marL="22860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5pPr>
            <a:lvl6pPr indent="-228600" lvl="5" marL="27432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6pPr>
            <a:lvl7pPr indent="-228600" lvl="6" marL="32004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7pPr>
            <a:lvl8pPr indent="-228600" lvl="7" marL="36576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8pPr>
            <a:lvl9pPr indent="-228600" lvl="8" marL="41148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10979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7498773" y="30509936"/>
            <a:ext cx="69480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57283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1097973" y="1316492"/>
            <a:ext cx="19749655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110218" y="8668308"/>
            <a:ext cx="21725164" cy="19749655"/>
          </a:xfrm>
          <a:prstGeom prst="rect">
            <a:avLst/>
          </a:prstGeom>
          <a:noFill/>
          <a:ln>
            <a:noFill/>
          </a:ln>
        </p:spPr>
        <p:txBody>
          <a:bodyPr anchorCtr="0" anchor="t" bIns="156725" lIns="313475" spcFirstLastPara="1" rIns="313475" wrap="square" tIns="1567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10979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7498773" y="30509936"/>
            <a:ext cx="69480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57283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-8044814" y="37016060"/>
            <a:ext cx="74904601" cy="7898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24027761" y="29297002"/>
            <a:ext cx="74904601" cy="23336248"/>
          </a:xfrm>
          <a:prstGeom prst="rect">
            <a:avLst/>
          </a:prstGeom>
          <a:noFill/>
          <a:ln>
            <a:noFill/>
          </a:ln>
        </p:spPr>
        <p:txBody>
          <a:bodyPr anchorCtr="0" anchor="t" bIns="156725" lIns="313475" spcFirstLastPara="1" rIns="313475" wrap="square" tIns="1567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10979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7498773" y="30509936"/>
            <a:ext cx="69480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57283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097973" y="1316492"/>
            <a:ext cx="19749655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097973" y="7680553"/>
            <a:ext cx="19749655" cy="21725164"/>
          </a:xfrm>
          <a:prstGeom prst="rect">
            <a:avLst/>
          </a:prstGeom>
          <a:noFill/>
          <a:ln>
            <a:noFill/>
          </a:ln>
        </p:spPr>
        <p:txBody>
          <a:bodyPr anchorCtr="0" anchor="t" bIns="156725" lIns="313475" spcFirstLastPara="1" rIns="313475" wrap="square" tIns="156725">
            <a:noAutofit/>
          </a:bodyPr>
          <a:lstStyle>
            <a:lvl1pPr indent="-927100" lvl="0" marL="457200" marR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0"/>
              <a:buFont typeface="Arial"/>
              <a:buChar char="•"/>
              <a:defRPr b="0" i="0" sz="1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44550" lvl="1" marL="914400" marR="0" rtl="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–"/>
              <a:defRPr b="0" i="0" sz="9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49300" lvl="2" marL="1371600" marR="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rial"/>
              <a:buChar char="•"/>
              <a:defRPr b="0" i="0" sz="8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60400" lvl="3" marL="1828800" marR="0" rtl="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–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60400" lvl="4" marL="2286000" marR="0" rtl="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»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60400" lvl="5" marL="2743200" marR="0" rtl="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•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60400" lvl="6" marL="3200400" marR="0" rtl="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•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60400" lvl="7" marL="3657600" marR="0" rtl="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•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60400" lvl="8" marL="4114800" marR="0" rtl="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•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10979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7498773" y="30509936"/>
            <a:ext cx="69480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5728373" y="30509936"/>
            <a:ext cx="5119255" cy="1753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4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1.jp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28281086"/>
            <a:ext cx="21945600" cy="3723000"/>
          </a:xfrm>
          <a:prstGeom prst="rect">
            <a:avLst/>
          </a:prstGeom>
          <a:solidFill>
            <a:srgbClr val="613318"/>
          </a:solidFill>
          <a:ln>
            <a:noFill/>
          </a:ln>
          <a:effectLst>
            <a:outerShdw blurRad="40000"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76175" lIns="152375" spcFirstLastPara="1" rIns="152375" wrap="square" tIns="76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-914400"/>
            <a:ext cx="21945600" cy="18777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40000"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76175" lIns="152375" spcFirstLastPara="1" rIns="152375" wrap="square" tIns="76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966561"/>
            <a:ext cx="21945600" cy="463200"/>
          </a:xfrm>
          <a:prstGeom prst="rect">
            <a:avLst/>
          </a:prstGeom>
          <a:solidFill>
            <a:srgbClr val="ADD632"/>
          </a:solidFill>
          <a:ln>
            <a:noFill/>
          </a:ln>
          <a:effectLst>
            <a:outerShdw blurRad="40000"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76175" lIns="152375" spcFirstLastPara="1" rIns="152375" wrap="square" tIns="76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>
            <p:ph type="ctrTitle"/>
          </p:nvPr>
        </p:nvSpPr>
        <p:spPr>
          <a:xfrm>
            <a:off x="630382" y="-1712459"/>
            <a:ext cx="2068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6725" lIns="313475" spcFirstLastPara="1" rIns="313475" wrap="square" tIns="15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0">
                <a:latin typeface="Times New Roman"/>
                <a:ea typeface="Times New Roman"/>
                <a:cs typeface="Times New Roman"/>
                <a:sym typeface="Times New Roman"/>
              </a:rPr>
              <a:t>Biaxial Tensile Tester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1398" y="28759628"/>
            <a:ext cx="11062804" cy="243381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497100" y="2049725"/>
            <a:ext cx="12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30375" y="1916025"/>
            <a:ext cx="10199700" cy="1108200"/>
          </a:xfrm>
          <a:prstGeom prst="rect">
            <a:avLst/>
          </a:prstGeom>
          <a:solidFill>
            <a:srgbClr val="61331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Objective</a:t>
            </a:r>
            <a:endParaRPr b="1" sz="60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30375" y="3024225"/>
            <a:ext cx="10199700" cy="320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To design a device that will test and record the </a:t>
            </a: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strength and displacement of skin or organic tissue simultaneously in two orthogonal directions.</a:t>
            </a:r>
            <a:endParaRPr sz="4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30375" y="6772300"/>
            <a:ext cx="10199700" cy="1108200"/>
          </a:xfrm>
          <a:prstGeom prst="rect">
            <a:avLst/>
          </a:prstGeom>
          <a:solidFill>
            <a:srgbClr val="61331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Requirements</a:t>
            </a:r>
            <a:endParaRPr b="1" sz="60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630375" y="7869000"/>
            <a:ext cx="10199700" cy="4710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39750" lvl="0" marL="914400" rtl="0" algn="l">
              <a:spcBef>
                <a:spcPts val="0"/>
              </a:spcBef>
              <a:spcAft>
                <a:spcPts val="0"/>
              </a:spcAft>
              <a:buSzPts val="4900"/>
              <a:buFont typeface="Calibri"/>
              <a:buChar char="●"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Pull tissue at the same velocity in all 4 sides</a:t>
            </a:r>
            <a:endParaRPr sz="4900">
              <a:latin typeface="Calibri"/>
              <a:ea typeface="Calibri"/>
              <a:cs typeface="Calibri"/>
              <a:sym typeface="Calibri"/>
            </a:endParaRPr>
          </a:p>
          <a:p>
            <a:pPr indent="-539750" lvl="0" marL="914400" rtl="0" algn="l">
              <a:spcBef>
                <a:spcPts val="0"/>
              </a:spcBef>
              <a:spcAft>
                <a:spcPts val="0"/>
              </a:spcAft>
              <a:buSzPts val="4900"/>
              <a:buFont typeface="Calibri"/>
              <a:buChar char="●"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Measure and record force and displacement</a:t>
            </a:r>
            <a:endParaRPr sz="4900">
              <a:latin typeface="Calibri"/>
              <a:ea typeface="Calibri"/>
              <a:cs typeface="Calibri"/>
              <a:sym typeface="Calibri"/>
            </a:endParaRPr>
          </a:p>
          <a:p>
            <a:pPr indent="-539750" lvl="0" marL="914400" rtl="0" algn="l">
              <a:spcBef>
                <a:spcPts val="0"/>
              </a:spcBef>
              <a:spcAft>
                <a:spcPts val="0"/>
              </a:spcAft>
              <a:buSzPts val="4900"/>
              <a:buFont typeface="Calibri"/>
              <a:buChar char="●"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Easy to set up and operate</a:t>
            </a:r>
            <a:endParaRPr sz="4900">
              <a:latin typeface="Calibri"/>
              <a:ea typeface="Calibri"/>
              <a:cs typeface="Calibri"/>
              <a:sym typeface="Calibri"/>
            </a:endParaRPr>
          </a:p>
          <a:p>
            <a:pPr indent="-539750" lvl="0" marL="914400" rtl="0" algn="l">
              <a:spcBef>
                <a:spcPts val="0"/>
              </a:spcBef>
              <a:spcAft>
                <a:spcPts val="0"/>
              </a:spcAft>
              <a:buSzPts val="4900"/>
              <a:buFont typeface="Calibri"/>
              <a:buChar char="●"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Portable</a:t>
            </a:r>
            <a:endParaRPr sz="4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497100" y="23560575"/>
            <a:ext cx="120777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b="1" sz="4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Left to right: David Engstrom, Garret Brittingham, Michael Fermanis, Subhanga Ghimire, Michael Scarsella, Jing Qin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latin typeface="Times New Roman"/>
                <a:ea typeface="Times New Roman"/>
                <a:cs typeface="Times New Roman"/>
                <a:sym typeface="Times New Roman"/>
              </a:rPr>
              <a:t>Customer: 				Advisor:</a:t>
            </a:r>
            <a:endParaRPr b="1" sz="4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u="sng">
                <a:latin typeface="Times New Roman"/>
                <a:ea typeface="Times New Roman"/>
                <a:cs typeface="Times New Roman"/>
                <a:sym typeface="Times New Roman"/>
              </a:rPr>
              <a:t>Bethany Luke		</a:t>
            </a: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4800" u="sng">
                <a:latin typeface="Times New Roman"/>
                <a:ea typeface="Times New Roman"/>
                <a:cs typeface="Times New Roman"/>
                <a:sym typeface="Times New Roman"/>
              </a:rPr>
              <a:t>Professor El-Howayek</a:t>
            </a:r>
            <a:endParaRPr sz="48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21948"/>
          <a:stretch/>
        </p:blipFill>
        <p:spPr>
          <a:xfrm>
            <a:off x="12883436" y="20318863"/>
            <a:ext cx="7296209" cy="759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5">
            <a:alphaModFix/>
          </a:blip>
          <a:srcRect b="10706" l="0" r="0" t="0"/>
          <a:stretch/>
        </p:blipFill>
        <p:spPr>
          <a:xfrm>
            <a:off x="11364000" y="2449925"/>
            <a:ext cx="10335063" cy="759304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/>
        </p:nvSpPr>
        <p:spPr>
          <a:xfrm>
            <a:off x="630375" y="14222175"/>
            <a:ext cx="1097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630375" y="13134250"/>
            <a:ext cx="10199700" cy="1108200"/>
          </a:xfrm>
          <a:prstGeom prst="rect">
            <a:avLst/>
          </a:prstGeom>
          <a:solidFill>
            <a:srgbClr val="61331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Technical Details</a:t>
            </a:r>
            <a:endParaRPr b="1" sz="60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630375" y="14222175"/>
            <a:ext cx="10199700" cy="92355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39750" lvl="0" marL="914400" rtl="0" algn="l">
              <a:spcBef>
                <a:spcPts val="0"/>
              </a:spcBef>
              <a:spcAft>
                <a:spcPts val="0"/>
              </a:spcAft>
              <a:buSzPts val="4900"/>
              <a:buFont typeface="Calibri"/>
              <a:buChar char="●"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An Ardunio is used to drive the actuators and read the load cell data</a:t>
            </a:r>
            <a:endParaRPr sz="4900">
              <a:latin typeface="Calibri"/>
              <a:ea typeface="Calibri"/>
              <a:cs typeface="Calibri"/>
              <a:sym typeface="Calibri"/>
            </a:endParaRPr>
          </a:p>
          <a:p>
            <a:pPr indent="-539750" lvl="0" marL="914400" rtl="0" algn="l">
              <a:spcBef>
                <a:spcPts val="0"/>
              </a:spcBef>
              <a:spcAft>
                <a:spcPts val="0"/>
              </a:spcAft>
              <a:buSzPts val="4900"/>
              <a:buFont typeface="Calibri"/>
              <a:buChar char="●"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Linear actuators drive at a speed of 50 mm/min</a:t>
            </a:r>
            <a:endParaRPr sz="4900">
              <a:latin typeface="Calibri"/>
              <a:ea typeface="Calibri"/>
              <a:cs typeface="Calibri"/>
              <a:sym typeface="Calibri"/>
            </a:endParaRPr>
          </a:p>
          <a:p>
            <a:pPr indent="-539750" lvl="0" marL="914400" rtl="0" algn="l">
              <a:spcBef>
                <a:spcPts val="0"/>
              </a:spcBef>
              <a:spcAft>
                <a:spcPts val="0"/>
              </a:spcAft>
              <a:buSzPts val="4900"/>
              <a:buFont typeface="Calibri"/>
              <a:buChar char="●"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Load cells measure forces between 0.1 N and 100 N</a:t>
            </a:r>
            <a:endParaRPr sz="4900">
              <a:latin typeface="Calibri"/>
              <a:ea typeface="Calibri"/>
              <a:cs typeface="Calibri"/>
              <a:sym typeface="Calibri"/>
            </a:endParaRPr>
          </a:p>
          <a:p>
            <a:pPr indent="-539750" lvl="0" marL="914400" rtl="0" algn="l">
              <a:spcBef>
                <a:spcPts val="0"/>
              </a:spcBef>
              <a:spcAft>
                <a:spcPts val="0"/>
              </a:spcAft>
              <a:buSzPts val="4900"/>
              <a:buFont typeface="Calibri"/>
              <a:buChar char="●"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Specimens of sizes 1x1 cm to 4x4 cm </a:t>
            </a:r>
            <a:endParaRPr sz="4900">
              <a:latin typeface="Calibri"/>
              <a:ea typeface="Calibri"/>
              <a:cs typeface="Calibri"/>
              <a:sym typeface="Calibri"/>
            </a:endParaRPr>
          </a:p>
          <a:p>
            <a:pPr indent="-539750" lvl="0" marL="914400" rtl="0" algn="l">
              <a:spcBef>
                <a:spcPts val="0"/>
              </a:spcBef>
              <a:spcAft>
                <a:spcPts val="0"/>
              </a:spcAft>
              <a:buSzPts val="4900"/>
              <a:buFont typeface="Calibri"/>
              <a:buChar char="●"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Experiment data is saved as a .csv file</a:t>
            </a:r>
            <a:endParaRPr sz="4900">
              <a:latin typeface="Calibri"/>
              <a:ea typeface="Calibri"/>
              <a:cs typeface="Calibri"/>
              <a:sym typeface="Calibri"/>
            </a:endParaRPr>
          </a:p>
          <a:p>
            <a:pPr indent="-539750" lvl="0" marL="914400" rtl="0" algn="l">
              <a:spcBef>
                <a:spcPts val="0"/>
              </a:spcBef>
              <a:spcAft>
                <a:spcPts val="0"/>
              </a:spcAft>
              <a:buSzPts val="4900"/>
              <a:buFont typeface="Calibri"/>
              <a:buChar char="●"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Platform independent application</a:t>
            </a:r>
            <a:endParaRPr sz="4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45125" y="11313973"/>
            <a:ext cx="10900500" cy="81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2010-08-18T14:30:44Z</dcterms:created>
  <dc:creator>Administrator</dc:creator>
</cp:coreProperties>
</file>